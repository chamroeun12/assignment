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552" y="1371600"/>
            <a:ext cx="10362895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CLOUD COMPUTING CAPSTONE</a:t>
            </a:r>
          </a:p>
          <a:p>
            <a:pPr>
              <a:spcBef>
                <a:spcPts val="800"/>
              </a:spcBef>
              <a:defRPr sz="2000" b="1">
                <a:solidFill>
                  <a:srgbClr val="F8FAFC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Automated CI/CD, Infrastructure as Code &amp; Multi-Service Container Orchestration</a:t>
            </a:r>
          </a:p>
          <a:p>
            <a:pPr>
              <a:spcBef>
                <a:spcPts val="800"/>
              </a:spcBef>
              <a:defRPr sz="1600">
                <a:solidFill>
                  <a:srgbClr val="4ADE80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ស្ថាបត្យកម្មកម្រិត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Production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លើ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AWS EC2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ដោយប្រើប្រាស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GitHub, Jenkins, Terraform, Docker Swarm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Nginx</a:t>
            </a:r>
          </a:p>
          <a:p>
            <a:pPr>
              <a:spcBef>
                <a:spcPts val="1400"/>
              </a:spcBef>
              <a:defRPr sz="1200">
                <a:solidFill>
                  <a:srgbClr val="334155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---------------------------------------------------------------------------------------------------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និស្សិត</a:t>
            </a:r>
            <a:r>
              <a:rPr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 : Chamroeun Saran  |  </a:t>
            </a:r>
            <a:r>
              <a:rPr dirty="0" err="1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វគ្គសិក្សា</a:t>
            </a:r>
            <a:r>
              <a:rPr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: Master of Science in Cloud Computing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Repository: https://github.com/Chamroeun12/Assignment  |  AWS Region: Sydney (ap-southeast-2)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dirty="0" err="1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ការផ្ទៀងផ្ទាត</a:t>
            </a:r>
            <a:r>
              <a:rPr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់: Jenkins Pipeline #4 Passed  |  Live Cluster IP: </a:t>
            </a:r>
            <a:r>
              <a:rPr lang="en-US"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http://16.178.178.44/</a:t>
            </a:r>
            <a:r>
              <a:rPr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  |  </a:t>
            </a:r>
            <a:r>
              <a:rPr lang="en-GB"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31 </a:t>
            </a:r>
            <a:r>
              <a:rPr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October </a:t>
            </a:r>
            <a:r>
              <a:rPr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2026</a:t>
            </a:r>
            <a:endParaRPr lang="en-GB" dirty="0">
              <a:solidFill>
                <a:schemeClr val="bg1"/>
              </a:solidFill>
              <a:latin typeface="AKbalthom KhmerNew" panose="02000500000000000000" pitchFamily="2" charset="0"/>
              <a:cs typeface="AKbalthom KhmerNew" panose="02000500000000000000" pitchFamily="2" charset="0"/>
            </a:endParaRP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endParaRPr lang="en-US" dirty="0">
              <a:solidFill>
                <a:schemeClr val="bg1"/>
              </a:solidFill>
              <a:latin typeface="AKbalthom KhmerNew" panose="02000500000000000000" pitchFamily="2" charset="0"/>
              <a:cs typeface="AKbalthom KhmerNew" panose="02000500000000000000" pitchFamily="2" charset="0"/>
            </a:endParaRP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lang="en-US" b="1"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Group1: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lang="en-US" b="1"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	SARAN CHAMROEUN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lang="en-US" b="1"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	SOM LIHENG</a:t>
            </a:r>
          </a:p>
          <a:p>
            <a:pPr>
              <a:spcBef>
                <a:spcPts val="600"/>
              </a:spcBef>
              <a:defRPr sz="1300">
                <a:solidFill>
                  <a:srgbClr val="94A3B8"/>
                </a:solidFill>
              </a:defRPr>
            </a:pPr>
            <a:r>
              <a:rPr lang="en-US" b="1" dirty="0">
                <a:solidFill>
                  <a:schemeClr val="bg1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	NGY LYTENG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CAPSTONE SCOPE &amp; OBJECTIVES (វិសាលភាព និងគោលបំណងនៃគម្រោង)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Engineering Goals &amp; Rubric Fulfillment (គោលដៅវិស្វកម្ម និងការបំពេញតាមលក្ខខណ្ឌ)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1. GitOps &amp; Version Control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Feature branching strategy (feature/eks-argocd-cicd)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Pull Request workflow ជាមួយ Code Reviews និង Automated Hooks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Commit ញឹកញាប់ ជា Atomic ជាមួយសារច្បាស់លាស់តាម Convention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គ្មាន Credentials ឬ Secret ណាមួយត្រូវបាន Commit ចូល Repo ឡើយ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82880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2. Infrastructure as Code (IaC)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បង្កើតហេដ្ឋារចនាសម្ព័ន្ធ AWS EC2 ឡើងវិញបាន ១០០% ដោយ Terraform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VPC ដាច់ដោយឡែក, Public Subnets, Internet Gateway &amp; Route Tables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Security Groups សិទ្ធិតិចបំផុត និងផ្ដាច់ប្រព័ន្ធខាងក្នុង (self=true)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ស្វែងរក Canonical Ubuntu 22.04 LTS AMI ដោយ Dynamic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0624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3. Automated CI/CD Pipeline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Declarative Jenkinsfile pipeline ដំណើរការស្វ័យប្រវត្តិនីមួយៗពេល Push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PEP8 Linting (Flake8 0 errors) និង Pytest (5/5 passed, 89% coverage)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ស្កេនរកភាពងាយរងគ្រោះ Container Image តាម Trivy CVE Inspector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Build Image និង Push ទៅកាន់ Amazon ECR ដោយស្វ័យប្រវត្តិ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4206240"/>
            <a:ext cx="512064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bIns="13716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4. Resilient Container Orchestration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Docker Swarm multi-node cluster (1 Manager Leader + 2 Workers)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Nginx Reverse Proxy ជួយ Load-balancing ទៅ Flask Replicas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Zero-downtime rolling update strategy (order: start-first)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•  Extra Credit (+5): ផ្ញើសារដំណឹងស្វ័យប្រវត្តិទៅ Telegram ពីស្ថានភាព Build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SYSTEM ARCHITECTURE (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ស្ថាបត្យកម្មប្រព័ន្ធ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End-to-End Request Path &amp; CI/CD Pipeline Topology (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សមាសធាតុប្រព័ន្ធចម្បង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ៗ)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🔹 GitHub Repository: </a:t>
            </a:r>
            <a:r>
              <a:rPr sz="1100" b="0" dirty="0" err="1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ប្រភពទិន្នន័យចម្បងតែមួយគត់សម្រាប</a:t>
            </a:r>
            <a:r>
              <a:rPr sz="1100" b="0" dirty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់ Code, </a:t>
            </a:r>
            <a:r>
              <a:rPr sz="1100" b="0" dirty="0" err="1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Dockerfiles</a:t>
            </a:r>
            <a:r>
              <a:rPr sz="1100" b="0" dirty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sz="1100" b="0" dirty="0" err="1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sz="1100" b="0" dirty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 Terraform </a:t>
            </a:r>
            <a:r>
              <a:rPr sz="1100" b="0" dirty="0" err="1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IaC</a:t>
            </a:r>
            <a:endParaRPr sz="1100" b="0" dirty="0">
              <a:solidFill>
                <a:srgbClr val="F8FAFC"/>
              </a:solidFill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🔹 Jenkins CI/CD: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ស្វ័យប្រវត្តិកម្មលើ Testing, CVE Scanning, Push ECR និង Stack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54096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🔹 Amazon ECR: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Private Container Registry មាន Encryption AES-256 និងគ្រប់គ្រង Image Version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12464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🔹 AWS EC2 &amp; VPC: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VPC ដាច់ដោយឡែក 10.0.0.0/16 មាន 1 Manager (t3.small) និង 2 Workers (t3.micro)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70832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🔹 Nginx Load Balancer: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Reverse Proxy លើ Port 80 សម្រាប់ចែកចាយចរាចរណ៍ទៅកាន់ Flask Replicas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🔹 Docker Swarm Mesh: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បណ្តាញ Overlay Network (Port 4789) បញ្ជូន Request តាម Internal VIP (backend_app)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687568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🔹 Telegram Bot Alerts: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ប្រព័ន្ធ Push Notification ជូនដំណឹងភ្លាមៗពី Build Status, Git Tag &amp; សុខភាពប្រព័ន្ធ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976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 sz="2800">
                <a:latin typeface="AKbalthom KhmerNew" panose="02000500000000000000" pitchFamily="2" charset="0"/>
                <a:cs typeface="AKbalthom KhmerNew" panose="02000500000000000000" pitchFamily="2" charset="0"/>
              </a:rPr>
              <a:t>INFRASTRUCTURE AS CODE (IaC)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sz="1400">
                <a:latin typeface="AKbalthom KhmerNew" panose="02000500000000000000" pitchFamily="2" charset="0"/>
                <a:cs typeface="AKbalthom KhmerNew" panose="02000500000000000000" pitchFamily="2" charset="0"/>
              </a:rPr>
              <a:t>Declarative AWS Provisioning via Terraform (ចំណុចលេចធ្លោនៃការបង្កើតហេដ្ឋារចនាសម្ព័ន្ធ)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>
                <a:latin typeface="AKbalthom KhmerNew" panose="02000500000000000000" pitchFamily="2" charset="0"/>
                <a:cs typeface="AKbalthom KhmerNew" panose="02000500000000000000" pitchFamily="2" charset="0"/>
              </a:rPr>
              <a:t>⚙️  Modular Architecture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sz="1200">
                <a:latin typeface="AKbalthom KhmerNew" panose="02000500000000000000" pitchFamily="2" charset="0"/>
                <a:cs typeface="AKbalthom KhmerNew" panose="02000500000000000000" pitchFamily="2" charset="0"/>
              </a:rPr>
              <a:t>រៀបចំកូដជាម៉ូឌុលច្បាស់លាស់តាម main.tf, variables.tf, outputs.tf និង backend.tf ងាយស្រួលថែទាំ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24912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>
                <a:latin typeface="AKbalthom KhmerNew" panose="02000500000000000000" pitchFamily="2" charset="0"/>
                <a:cs typeface="AKbalthom KhmerNew" panose="02000500000000000000" pitchFamily="2" charset="0"/>
              </a:rPr>
              <a:t>⚙️  Dynamic AMI Resolution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sz="1200">
                <a:latin typeface="AKbalthom KhmerNew" panose="02000500000000000000" pitchFamily="2" charset="0"/>
                <a:cs typeface="AKbalthom KhmerNew" panose="02000500000000000000" pitchFamily="2" charset="0"/>
              </a:rPr>
              <a:t>ទាញយក AMI តាម data 'aws_ami' 'ubuntu' filter ពី Canonical publisher (099720109477) មិនបាច់ hardcode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21024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>
                <a:latin typeface="AKbalthom KhmerNew" panose="02000500000000000000" pitchFamily="2" charset="0"/>
                <a:cs typeface="AKbalthom KhmerNew" panose="02000500000000000000" pitchFamily="2" charset="0"/>
              </a:rPr>
              <a:t>⚙️  Least-Privilege Security Group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sz="1200">
                <a:latin typeface="AKbalthom KhmerNew" panose="02000500000000000000" pitchFamily="2" charset="0"/>
                <a:cs typeface="AKbalthom KhmerNew" panose="02000500000000000000" pitchFamily="2" charset="0"/>
              </a:rPr>
              <a:t>បើក SSH (22) សម្រាប់តែ Admin CIDR, Web (80/443) ជា Public, និង Swarm (2377, 7946, 4789) សម្រាប់ self=true តែប៉ុណ្ណោះ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17136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>
                <a:latin typeface="AKbalthom KhmerNew" panose="02000500000000000000" pitchFamily="2" charset="0"/>
                <a:cs typeface="AKbalthom KhmerNew" panose="02000500000000000000" pitchFamily="2" charset="0"/>
              </a:rPr>
              <a:t>⚙️  Multi-Node Compute Topology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sz="1200">
                <a:latin typeface="AKbalthom KhmerNew" panose="02000500000000000000" pitchFamily="2" charset="0"/>
                <a:cs typeface="AKbalthom KhmerNew" panose="02000500000000000000" pitchFamily="2" charset="0"/>
              </a:rPr>
              <a:t>រៀបចំ 1 Swarm Manager (t3.small) និង 2 Workers (t3.micro) ភ្ជាប់ជាមួយ metadata tags បញ្ជាក់តួនាទី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sz="1400">
                <a:latin typeface="AKbalthom KhmerNew" panose="02000500000000000000" pitchFamily="2" charset="0"/>
                <a:cs typeface="AKbalthom KhmerNew" panose="02000500000000000000" pitchFamily="2" charset="0"/>
              </a:rPr>
              <a:t>⚙️  Remote State &amp; State Locking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sz="1200">
                <a:latin typeface="AKbalthom KhmerNew" panose="02000500000000000000" pitchFamily="2" charset="0"/>
                <a:cs typeface="AKbalthom KhmerNew" panose="02000500000000000000" pitchFamily="2" charset="0"/>
              </a:rPr>
              <a:t>រក្សាទុក Terraform State លើ AWS S3 រួមជាមួយ DynamoDB State Locking ដើម្បីការពារ concurrent mutation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CONTAINERIZATION STANDARDS (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ស្តង់ដាររៀបចំ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CONTAINER)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Production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Dockerfile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&amp; Security Hardening (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ការពង្រឹងសុវត្ថិភាព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Dockerfile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📦  Multi-Stage Build Pattern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ញែកដាច់រវាង Dependencies សម្រាប់ Build Python និង Runtime ស្រាលបំផុត python:3.10-slim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24912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📦  Non-Root Security Context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ដំណើរការដោយ appuser (UID 1000) ជាមួយ chown -R appuser:appuser /app ទប់ស្កាត់ការទម្លាយ 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21024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📦  Container Healthcheck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ប្រើ Native Docker HEALTHCHECK ផ្ទៀងផ្ទាត់ endpoint http://127.0.0.1:5000/health រៀងរាល់ 30s (retry 3 ដង)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17136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📦  Local Multi-Service Compose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ឯកសារ docker-compose.yml សម្រាប់ developer test លើម៉ាស៊ីនផ្ទាល់ មាន web និង nginx លើ bridge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📦  Minimal Image Footprint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ប្រើ .dockerignore ដកចេញនូវ caches, git history និង secrets ដើម្បីកាត់បន្ថយទំហំ និង attack surface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CI/CD PIPELINE AS CODE (JENKINS DECLARATIVE)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Jenkins Declarative Pipeline — 100% Green Build #4 (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ដំណាក់កាលនៃ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CI/CD)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Stage 1: Checkout SCM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ទាញយកកូដ commit ចុងក្រោយពី GitHub (Chamroeun12/Assignment.git) និងបង្កើត tag កំណែដោយស្វ័យប្រវត្តិ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24912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Stage 2: Build &amp; Test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បង្កើត Python venv, ដំណើរការ Flake8 PEP 8 (0 errors) និង Pytest (ជាប់ 5/5 passed, code coverage 89%)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21024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Stage 3: Security &amp; Quality Scan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ស្កេនស្រទាប់ Container image រកភាពងាយរងគ្រោះ CVE ដោយប្រើ Trivy vulnerability inspector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17136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Stage 4: Authenticate &amp; Push ECR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ផ្ទៀងផ្ទាត់ Docker client តាម aws ecr get-login-password និង push image ជាមួយ tag កំណែ &amp; latest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Stage 5: Deploy Stack to Swarm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បញ្ជាពង្រាយ docker stack deploy --with-registry-auth ទៅកាន់ EC2 Swarm cluster ដោយគ្មាន downtime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CONTAINER ORCHESTRATION (DOCKER SWARM)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Docker Swarm Multi-Node Topology &amp; Rolling Updates (ស្ថាបត្យកម្ម Swarm Cluster)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🐳  Cluster Formation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1 Manager (Leader)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គ្រប់គ្រង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Raft consensus (2377/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tcp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2 Worker nodes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ក្នុងស្ថានភាព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Ready &amp; 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24912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🐳  Routing Mesh &amp; Overlay Network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VXLAN overlay (4789/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udp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សម្រាប់ភ្ជាប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multi-host container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និងមាន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VIP load balancing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ខាងក្នុងស្រាប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21024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🐳  Zero-Downtime Rolling Update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កំណត់ order: start-first, parallelism: 1, delay: 10s ដោយ container ថ្មីត្រូវ healthcheck ជាប់ទើបបិទ task ចាស់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17136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🐳  Credential Forwarding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ប្រើ docker stack deploy --with-registry-auth ដើម្បីឱ្យ worker nodes authenticate ជាមួយ ECR តាមរយៈ 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🐳  Fault Tolerance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Task នឹងត្រូវ reschedule ស្វ័យប្រវត្តិនីមួយៗពេល node ឬ container ជួបបញ្ហា ដើម្បីធានា replica 2/2 រហូត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NETWORK INGRESS &amp; ROUTING (NGINX)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Nginx Reverse Proxy &amp; Round-Robin Load Balancing (ច្រកចូល និងការបញ្ជូនផ្លូវបណ្តាញ)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6766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🌐  Port 80 Ingress Termination: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Nginx ចងភ្ជាប់ជាមួយ Port 80 ការពារ Backend Flask App មិនឱ្យប៉ះពាល់សាធារណៈផ្ទាល់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05456"/>
            <a:ext cx="10728655" cy="6766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🌐  Round-Robin Traffic Balancing: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បែងចែកទិន្នន័យទៅកាន់ Internal VIP upstream backend_app (web:5000) ឆ្លងកាត់ Replicas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73552"/>
            <a:ext cx="10728655" cy="6766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🌐  GET / (Web UI):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បង្ហាញ Cloud Dashboard ផ្ទាល់ រួមមាន Container Hostname, ស្ថិតិប្រព័ន្ធ និង Runtime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41648"/>
            <a:ext cx="10728655" cy="6766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🌐  GET /health (App Health):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ឆ្លើយតប HTTP 200 OK ជាមួយទម្រង់ JSON: {'status': 'healthy', 'version': '1.0.0'}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09744"/>
            <a:ext cx="10728655" cy="6766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🌐  GET /api/info (Metadata):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ឆ្លើយតប HTTP 200 OK បង្ហាញ host name, ប្រភេទ cluster (docker-swarm) និង runtime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577840"/>
            <a:ext cx="10728655" cy="676656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rtlCol="0" anchor="ctr"/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🌐  GET /nginx-health (Proxy Probe):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Endpoint សម្រាប់ពិនិត្យសុខភាព proxy បញ្ជាក់ពីដំណើរការ routing របស់ Nginx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OPERATIONAL OBSERVABILITY (+5 EXTRA CREDIT)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Real-Time CI/CD Notifications via Telegram Bot API (ប្រព័ន្ធជូនដំណឹង Telegram ស្វ័យប្រវត្តិ)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🔔  Automated Post-Action Callbacks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ភ្ជាប់ផ្ទាល់ក្នុង Jenkinsfile post { success { ... } failure { ... } } blocks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24912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🔔  Distinct Success &amp; Failure Alerts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ផ្ញើសារទម្រង់ Markdown បង្ហាញ Job Name, Build #, Git SHA, និង Target Cluster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21024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🔔  Secure Credential Injection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Bot token និង Chat ID ទាញយកតាម Jenkins withCredentials ការពារការធ្លាយលេខសម្ងាត់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17136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🔔  Non-Blocking Resilient Design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គ្រប់គ្រងដោយ try/catch ជាមួយ logging fallback ដូច្នេះ build មិនបរាជ័យឡើយទោះ notification មានបញ្ហា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13248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🔔  Mobile &amp; Desktop Instant Delivery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វិស្វករ DevOps ទទួលបាន push notification ភ្លាមៗលើទូរស័ព្ទត្រឹមតែប៉ុន្មានវិនាទីក្រោយ build ចប់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ENGINEERING RIGOR: CHALLENGES &amp; SOLUTIONS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Key Technical Challenges &amp; Production Solutions (បញ្ហាប្រឈមបច្ចេកទេស និងដំណោះស្រាយ)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1. Swarm Worker ECR Pull Authentication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បញ្ហា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Worker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ត្រូវ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pull images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ពី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Amazon ECR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ផ្ទាល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ប៉ុន្តែខ្វះ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AWS credentials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នៅលើ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Manager</a:t>
            </a:r>
            <a:b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</a:b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ដំណោះស្រាយ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ប្រើ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flag --with-registry-auth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លើ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docker stack deploy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ដើម្បី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forward token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តាម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Swarm control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6606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2. Zero Downtime During Redeployments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បញ្ហា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លំនាំដើម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Docker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តែងតែបិទ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task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ចាស់ចោលមុននឹងបង្កើត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task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ថ្មី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(order: stop-first)</a:t>
            </a:r>
            <a:b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</a:b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ដំណោះស្រាយ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កំណត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order: start-first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parallelism: 1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ជាមួយ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container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healthcheck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ឱ្យ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replica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ថ្មី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ready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ទើបបិទ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task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ចាស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0332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3. Dynamic AMI Portability Across AWS Regions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បញ្ហា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Hardcoded AMI IDs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បណ្តាលឱ្យ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error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ពេលដំណើរការ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Terraform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នៅ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region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ផ្សេង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ឬពេល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Ubuntu update</a:t>
            </a:r>
            <a:b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</a:b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ដំណោះស្រាយ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ប្រើ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data '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aws_ami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' 'ubuntu' filter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រក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Canonical ID (099720109477)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សម្រាប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Ubuntu 22.04 LTS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ចុងក្រោយ</a:t>
            </a:r>
            <a:endParaRPr dirty="0"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" y="4640580"/>
            <a:ext cx="10728655" cy="777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4. Restricting Docker Swarm Cluster Port Exposure</a:t>
            </a:r>
          </a:p>
          <a:p>
            <a:pPr>
              <a:spcBef>
                <a:spcPts val="400"/>
              </a:spcBef>
              <a:defRPr sz="10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បញ្ហា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ការបើកច្រក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Swarm (2377)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VXLAN (4789)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ទៅ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0.0.0.0/0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បង្កើតឱ្យមានហានិភ័យសុវត្ថិភាពខ្ពស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</a:t>
            </a:r>
            <a:b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</a:b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ដំណោះស្រាយ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: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កំណត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Terraform Security Group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ជាមួយ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self=true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ផ្ដាច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network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អនុញ្ញាតតែ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node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ក្នុង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cluster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ដូចគ្នា</a:t>
            </a:r>
            <a:endParaRPr dirty="0"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DEMONSTRATION &amp; VERIFICATION (ការបង្ហាញផ្ទាល់)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Step-by-Step Live Demonstration for Lecturer (ជំហានបង្ហាញផ្ទាល់ជូនសាស្ត្រាចារ្យ)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💻 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ជំហានទី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១: Live Web Application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បើក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Browser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ទៅ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lang="en-US"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http://16.178.178.44/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ដើម្បីពិនិត្យ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dashboard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ផ្ទាល់លើ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Port 80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hostname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របស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replica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💻 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ជំហានទី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២: HTTP Endpoint Verification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តេស្ត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curl -s /health, curl -s /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api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/info (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បង្ហាញ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round-robin),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curl -s /nginx-health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💻 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ជំហានទី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៣: Jenkins CI/CD Automation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បើក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Jenkins console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បង្ហាញ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Build # Stage View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ពណ៌បៃតងទាំង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៥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ព្រមទាំង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Pytest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(5/5) &amp; Flake8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0728655" cy="9144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💻 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ជំហានទី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៤: Docker Swarm Cluster via SSH</a:t>
            </a:r>
          </a:p>
          <a:p>
            <a:pPr>
              <a:spcBef>
                <a:spcPts val="400"/>
              </a:spcBef>
              <a:defRPr sz="1150">
                <a:solidFill>
                  <a:srgbClr val="F8FAFC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SSH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ទៅកាន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់ Manager node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ដំណើរការ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'docker service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ls'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(2/2 replicas)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និង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'docker stack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ps'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</a:t>
            </a:r>
            <a:r>
              <a:rPr dirty="0" err="1">
                <a:latin typeface="AKbalthom KhmerNew" panose="02000500000000000000" pitchFamily="2" charset="0"/>
                <a:cs typeface="AKbalthom KhmerNew" panose="02000500000000000000" pitchFamily="2" charset="0"/>
              </a:rPr>
              <a:t>បង្ហាញការចែកចាយ</a:t>
            </a: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 nodes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AKbalthom KhmerNew" panose="02000500000000000000" pitchFamily="2" charset="0"/>
              <a:cs typeface="AKbalthom KhmerNew" panose="02000500000000000000" pitchFamily="2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620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38BDF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PROJECT DELIVERABLES &amp; CONCLUSION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All Capstone Requirements 100% Verified &amp; Fulfilled (តម្រូវការ Capstone បំពេញ ១០០%)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Git Repository: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https://github.com/Chamroeun12/Assignment (Clean commit history &amp; feature branches)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95728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CI/CD Pipeline: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Jenkins declarative pipeline មាន ៥ ដំណាក់កាលស្វ័យប្រវត្ត (All Green in Build #4)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54096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Infrastructure as Code: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Terraform modules ពេញលេញ រួមមាន dynamic AMI, VPC, SGs, និង EC2 nodes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12464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Container Orchestration: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Multi-node Docker Swarm cluster មាន zero-downtime rolling updates &amp; Nginx proxy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70832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rPr dirty="0">
                <a:latin typeface="AKbalthom KhmerNew" panose="02000500000000000000" pitchFamily="2" charset="0"/>
                <a:cs typeface="AKbalthom KhmerNew" panose="02000500000000000000" pitchFamily="2" charset="0"/>
              </a:rPr>
              <a:t>✅  Official Deliverables: </a:t>
            </a:r>
            <a:r>
              <a:rPr sz="1100" b="0" dirty="0" err="1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ឯកសារ</a:t>
            </a:r>
            <a:r>
              <a:rPr sz="1100" b="0" dirty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 REPORT.pdf &amp; REPORT.docx formatted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728655" cy="56692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73152" rIns="182880" bIns="73152" rtlCol="0" anchor="ctr"/>
          <a:lstStyle/>
          <a:p>
            <a:pPr algn="ctr">
              <a:defRPr sz="1200" b="1">
                <a:solidFill>
                  <a:srgbClr val="4ADE80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✅  Extra Credit (+5 Points): </a:t>
            </a:r>
            <a:r>
              <a:rPr sz="1100" b="0">
                <a:solidFill>
                  <a:srgbClr val="F8FAFC"/>
                </a:solidFill>
                <a:latin typeface="AKbalthom KhmerNew" panose="02000500000000000000" pitchFamily="2" charset="0"/>
                <a:cs typeface="AKbalthom KhmerNew" panose="02000500000000000000" pitchFamily="2" charset="0"/>
              </a:rPr>
              <a:t>Automated Telegram Bot push notification alerts កំណត់ និងផ្ទៀងផ្ទាត់ជោគជ័យ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728655" cy="640080"/>
          </a:xfrm>
          <a:prstGeom prst="round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8FAFC"/>
                </a:solidFill>
              </a:defRPr>
            </a:pPr>
            <a:r>
              <a:rPr>
                <a:latin typeface="AKbalthom KhmerNew" panose="02000500000000000000" pitchFamily="2" charset="0"/>
                <a:cs typeface="AKbalthom KhmerNew" panose="02000500000000000000" pitchFamily="2" charset="0"/>
              </a:rPr>
              <a:t>Thank You!  —  Questions &amp; Discussion (សូមអរគុណ! — សំណួរ និងការពិភាក្សា)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1955</Words>
  <Application>Microsoft Office PowerPoint</Application>
  <PresentationFormat>Widescreen</PresentationFormat>
  <Paragraphs>140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AKbalthom KhmerNew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Chamroeun Saran</cp:lastModifiedBy>
  <cp:revision>4</cp:revision>
  <dcterms:created xsi:type="dcterms:W3CDTF">2013-01-27T09:14:16Z</dcterms:created>
  <dcterms:modified xsi:type="dcterms:W3CDTF">2026-11-01T01:09:08Z</dcterms:modified>
  <cp:category/>
</cp:coreProperties>
</file>